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94658"/>
  </p:normalViewPr>
  <p:slideViewPr>
    <p:cSldViewPr snapToGrid="0">
      <p:cViewPr varScale="1">
        <p:scale>
          <a:sx n="120" d="100"/>
          <a:sy n="120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384E2-DD06-864C-AE14-C53C9B4C0AF0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D47AA-4954-5149-9ADB-D293AF231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9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71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49ED2-D2E5-806D-49FC-57DF5AA4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91CDD-E666-C7A9-7CD4-C40433C5A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1053B-4DA8-AFA8-4C86-DB5639D18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7F7F4-E239-E2E6-E90D-9C3E8E2CF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3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2DCE-1E87-1B0C-ECA5-5BCF40EC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2C93D-B8B8-4F26-C94B-B2399D2D5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4A068-F6B4-893C-EC21-CA9B9DC8A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30251-C3C0-0375-29D4-A2B75EAB6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1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1223-AE3F-AF93-B310-A597CCB8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DB156-1E30-7CA3-4A0C-A7EB659E2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04B06-AB85-0288-4B00-552E4F9B2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B291-6E14-959C-B6B9-3C6DE16F5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26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1D91-B9BE-79C8-FBE8-E8ABF691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E89E5-F618-8ECA-BE34-3DE8CA203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89B5C-32BB-E808-8F74-7DF5D3941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B829D-BC5B-4077-CDA8-A7BDCC790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05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62D3-0A69-6A53-03A9-6FAFE97C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9B2B0-A85A-49B6-F581-2890BE272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360FC-4F12-166E-30EE-1F3F3D69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8EB71-216A-DF7D-E75D-4BEE8FB74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4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5FA5-8842-536C-5378-07A5A47B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3490B-EA55-2FAC-0BAC-14C6AA384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37DE7-10DF-BF67-4D5F-3A03E4642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7E10B-3FCE-76A3-2F30-B83D8135F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7AA-4954-5149-9ADB-D293AF231E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5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CCA6-FB0D-686B-C271-15BFB615A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93F53-EE85-EBCE-456C-3D8BCBCE4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3461F-E541-C19F-B726-0F3EDD51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5D180-CE08-7420-FB7F-74ECE841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90EB-391C-3FD7-361B-34E8A45F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9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5C0F-3653-37DB-84EE-A27D0FF2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325B-2A73-95F3-D115-5F8CD9797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398C-3D01-A5C4-96A1-57A447C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F90E6-84BF-AD83-FE01-1E638C00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B012E-71C0-C874-637D-FB60E77F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3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6C75-9AB2-C600-A1A5-758C1EFF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4B0B5-0A05-5610-A1E4-712C7A04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CFC2B-9D1F-9133-6294-3E75EE27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B3C69-B5A5-AD04-AF98-FE056608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B502C-1D22-5CE3-D8D4-03946204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3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FE0B-1B62-6310-03DB-43F207B6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FF8EF-F13D-2CC3-67F3-779612B94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9C59E-BC39-07A7-F667-03F4AC04F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C054B-6698-6851-A340-49451A61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DADEE-D968-47A9-5287-83D96BBC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F8705-8847-1756-52B6-CE9663F7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7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EAF1-7193-F934-1573-E8C7460A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D3F28-358C-F6C9-4397-9211F734C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556F2-90AD-3AEB-6E94-2EBE2FE4E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61E9F-C885-74EC-FB8B-6D2EBE0DD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9D7D2-A984-297F-38D2-37DD76B60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DACD1-0543-7250-57FE-83B1A986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7FE71-04B1-7D2C-6F84-C7814697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ABAE5-E082-6730-BA80-EB420499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16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5C30-8E15-7927-089C-18D29B57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8AA826-09F7-2618-1986-AD141BDA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78599-137B-F3CD-E618-6A273982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745DF-280D-879F-1041-1189023B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3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AA88BE-B901-FEDE-1E61-2149021C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8A693-1AD2-DB30-7C1F-1374E3AAC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99D05-538D-1076-C309-CB9DCFEF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2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F266-507A-030A-7E76-50BF2A69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2A20-0118-FEBD-972C-C540B66C0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2707E-749C-8F1F-9C67-025ED6990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E0940-D933-064E-A289-784B69B2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EAD5D-A5A2-9224-9A29-4A2A9E53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BE8ED-A190-74D9-1A26-71395E44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4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0946-553E-3B6A-EEE1-B022B53C7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35CFB-DAD5-FB11-3CCE-439CF0312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F5E3B-3EC1-0F81-EA60-C9C90B953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2D4A5-939E-1D1E-0868-3C46A845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71453-259B-8D9F-6841-B2A897F0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8887A-A416-C06D-150B-43398DBA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7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95F0-E7F3-6C7F-59D4-E9F9C2B78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E9D1D-9E34-BDEB-E644-F86494CBA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15433-5EE1-8893-CCBD-5C8B1DBE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48F0-83E2-75FD-A63A-DB56E709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ECC7D-2BB5-2FD9-A3CB-822479F8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47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823AF-427F-2826-68C2-C909AB9EE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D304E-3F36-AE31-2BA6-05E189E05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BAB6-7C39-7A38-FD54-5235DF21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9F01-BEF6-8AFC-4A08-D22C0E94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0D22-7B6F-526E-8420-F8DC3197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9F4315-EFE7-FCA7-3524-C48C4197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2EB10-130B-1DA8-4F04-5AE739468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BB519-9903-D09F-1544-DF27A1BAF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C4488-FDD7-204F-A296-D701A9C013BA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ABBF-7200-406C-01F5-C1F2AE3E3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39CBE-1688-7AB3-DD95-6489289FE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26FB0-F6E4-4D46-B483-106042EAB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6A07AF0-AB6C-F434-FA27-63C9CDD70A32}"/>
              </a:ext>
            </a:extLst>
          </p:cNvPr>
          <p:cNvSpPr txBox="1"/>
          <p:nvPr/>
        </p:nvSpPr>
        <p:spPr>
          <a:xfrm>
            <a:off x="5005106" y="182880"/>
            <a:ext cx="345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General Scenario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7ED0D-4DCD-C504-5FDC-5FC289DAB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" y="1107558"/>
            <a:ext cx="5785987" cy="4642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5D9DA6-47C2-0C37-E3E8-BE3927013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501" y="1837811"/>
            <a:ext cx="6416499" cy="31823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BF111C8-2719-E3F3-85AC-AC8B67528DB5}"/>
              </a:ext>
            </a:extLst>
          </p:cNvPr>
          <p:cNvSpPr/>
          <p:nvPr/>
        </p:nvSpPr>
        <p:spPr>
          <a:xfrm>
            <a:off x="5936104" y="3147935"/>
            <a:ext cx="6115987" cy="35976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172755-57DB-3EDF-D7AC-018AEF5FDA2A}"/>
              </a:ext>
            </a:extLst>
          </p:cNvPr>
          <p:cNvCxnSpPr>
            <a:cxnSpLocks/>
          </p:cNvCxnSpPr>
          <p:nvPr/>
        </p:nvCxnSpPr>
        <p:spPr>
          <a:xfrm flipV="1">
            <a:off x="4016066" y="4347880"/>
            <a:ext cx="0" cy="4132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C48524-FA36-3992-67B7-CD96150766C6}"/>
              </a:ext>
            </a:extLst>
          </p:cNvPr>
          <p:cNvSpPr txBox="1"/>
          <p:nvPr/>
        </p:nvSpPr>
        <p:spPr>
          <a:xfrm>
            <a:off x="3740170" y="4761093"/>
            <a:ext cx="6385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VLA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762417-DF99-0745-5D53-474D3DFC0896}"/>
              </a:ext>
            </a:extLst>
          </p:cNvPr>
          <p:cNvCxnSpPr>
            <a:cxnSpLocks/>
          </p:cNvCxnSpPr>
          <p:nvPr/>
        </p:nvCxnSpPr>
        <p:spPr>
          <a:xfrm flipV="1">
            <a:off x="2736905" y="2818881"/>
            <a:ext cx="0" cy="4132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35CDC6-E5E9-CF24-22F4-6EF94343F6EB}"/>
              </a:ext>
            </a:extLst>
          </p:cNvPr>
          <p:cNvSpPr txBox="1"/>
          <p:nvPr/>
        </p:nvSpPr>
        <p:spPr>
          <a:xfrm>
            <a:off x="2461009" y="3232094"/>
            <a:ext cx="6385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VLA 1</a:t>
            </a:r>
          </a:p>
        </p:txBody>
      </p:sp>
    </p:spTree>
    <p:extLst>
      <p:ext uri="{BB962C8B-B14F-4D97-AF65-F5344CB8AC3E}">
        <p14:creationId xmlns:p14="http://schemas.microsoft.com/office/powerpoint/2010/main" val="227966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BD0A-5363-C859-B8FB-232D4430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89FF6B-FB55-038B-F53D-A1FA87F3C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21538"/>
            <a:ext cx="7772400" cy="4549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9C6FB-574C-1671-9B0A-4B0E57058DDB}"/>
              </a:ext>
            </a:extLst>
          </p:cNvPr>
          <p:cNvSpPr txBox="1"/>
          <p:nvPr/>
        </p:nvSpPr>
        <p:spPr>
          <a:xfrm>
            <a:off x="5005106" y="182880"/>
            <a:ext cx="345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Waveforms</a:t>
            </a:r>
          </a:p>
        </p:txBody>
      </p:sp>
    </p:spTree>
    <p:extLst>
      <p:ext uri="{BB962C8B-B14F-4D97-AF65-F5344CB8AC3E}">
        <p14:creationId xmlns:p14="http://schemas.microsoft.com/office/powerpoint/2010/main" val="379471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36CE-249A-9A0C-8F1F-846AACCD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3A6BB3-07B8-275D-5584-5B8D3D7C7CEA}"/>
              </a:ext>
            </a:extLst>
          </p:cNvPr>
          <p:cNvSpPr txBox="1"/>
          <p:nvPr/>
        </p:nvSpPr>
        <p:spPr>
          <a:xfrm>
            <a:off x="4110528" y="182880"/>
            <a:ext cx="39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Source Tow Tracks 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29C775-C113-DC20-17D9-210238B8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4" y="1323887"/>
            <a:ext cx="5905500" cy="43751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1244B2-A07F-BA1E-6335-67DBD9693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826" y="1358812"/>
            <a:ext cx="5892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2330-3956-FD8A-807D-6903C16D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C36212-0EE3-9C26-D456-853B9FBDEEC0}"/>
              </a:ext>
            </a:extLst>
          </p:cNvPr>
          <p:cNvSpPr txBox="1"/>
          <p:nvPr/>
        </p:nvSpPr>
        <p:spPr>
          <a:xfrm>
            <a:off x="4110528" y="182880"/>
            <a:ext cx="39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Source Tow Tracks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A04F74-F547-4753-2F5E-13C9AE7E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0" y="1525401"/>
            <a:ext cx="6152769" cy="4248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91922-2BD6-A505-4D90-59B052392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512" y="1469394"/>
            <a:ext cx="5856732" cy="43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03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DF0B-7328-4C87-2B15-0E49EDFE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C3A17B-EEA5-B6D5-BC38-D9E2DC20EAE6}"/>
              </a:ext>
            </a:extLst>
          </p:cNvPr>
          <p:cNvSpPr txBox="1"/>
          <p:nvPr/>
        </p:nvSpPr>
        <p:spPr>
          <a:xfrm>
            <a:off x="4110528" y="186013"/>
            <a:ext cx="39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CTDs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30887F1-117E-4B08-A14B-F26D98F2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908" y="1147653"/>
            <a:ext cx="6040609" cy="456269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29C3C8F-6F9E-F043-B5E0-1B84B791E6BD}"/>
              </a:ext>
            </a:extLst>
          </p:cNvPr>
          <p:cNvCxnSpPr>
            <a:cxnSpLocks/>
          </p:cNvCxnSpPr>
          <p:nvPr/>
        </p:nvCxnSpPr>
        <p:spPr>
          <a:xfrm flipV="1">
            <a:off x="7457340" y="2772265"/>
            <a:ext cx="0" cy="391886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19BEAC-74B9-BA28-C7FE-106D12201351}"/>
              </a:ext>
            </a:extLst>
          </p:cNvPr>
          <p:cNvCxnSpPr>
            <a:cxnSpLocks/>
          </p:cNvCxnSpPr>
          <p:nvPr/>
        </p:nvCxnSpPr>
        <p:spPr>
          <a:xfrm flipV="1">
            <a:off x="8653722" y="3047999"/>
            <a:ext cx="0" cy="38100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47D939-EE71-55E9-4C54-BE6A1025B2D4}"/>
              </a:ext>
            </a:extLst>
          </p:cNvPr>
          <p:cNvCxnSpPr>
            <a:cxnSpLocks/>
          </p:cNvCxnSpPr>
          <p:nvPr/>
        </p:nvCxnSpPr>
        <p:spPr>
          <a:xfrm flipV="1">
            <a:off x="11380022" y="3512634"/>
            <a:ext cx="0" cy="38100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E429200-FEB5-3C2D-0CAA-CFE37B2B1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95" y="359278"/>
            <a:ext cx="5119202" cy="63879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766D97-FF32-AE0D-941E-BF368D8927AC}"/>
              </a:ext>
            </a:extLst>
          </p:cNvPr>
          <p:cNvCxnSpPr>
            <a:cxnSpLocks/>
          </p:cNvCxnSpPr>
          <p:nvPr/>
        </p:nvCxnSpPr>
        <p:spPr>
          <a:xfrm>
            <a:off x="312562" y="849835"/>
            <a:ext cx="1701384" cy="91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ACCE61-85CF-1327-BB7B-F81D346D4320}"/>
              </a:ext>
            </a:extLst>
          </p:cNvPr>
          <p:cNvCxnSpPr/>
          <p:nvPr/>
        </p:nvCxnSpPr>
        <p:spPr>
          <a:xfrm>
            <a:off x="421241" y="4590207"/>
            <a:ext cx="1295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1D34D9-C992-4E96-81AA-942FF732DBAB}"/>
              </a:ext>
            </a:extLst>
          </p:cNvPr>
          <p:cNvCxnSpPr/>
          <p:nvPr/>
        </p:nvCxnSpPr>
        <p:spPr>
          <a:xfrm>
            <a:off x="372195" y="3858748"/>
            <a:ext cx="1295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01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B629-A3B2-9479-62BB-4519A988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454641-0F05-EED6-750B-84DC7D326138}"/>
              </a:ext>
            </a:extLst>
          </p:cNvPr>
          <p:cNvSpPr txBox="1"/>
          <p:nvPr/>
        </p:nvSpPr>
        <p:spPr>
          <a:xfrm>
            <a:off x="4114800" y="182880"/>
            <a:ext cx="39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CTDs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6E4B43-55C2-AC85-401D-43277FB2C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682" y="728052"/>
            <a:ext cx="4528658" cy="59470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8538E2-6974-F705-A0E3-233E46DAF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95" y="359278"/>
            <a:ext cx="5119202" cy="638791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C0CA60-EA08-A066-02BB-A3F8E6659840}"/>
              </a:ext>
            </a:extLst>
          </p:cNvPr>
          <p:cNvCxnSpPr>
            <a:cxnSpLocks/>
          </p:cNvCxnSpPr>
          <p:nvPr/>
        </p:nvCxnSpPr>
        <p:spPr>
          <a:xfrm>
            <a:off x="312562" y="849835"/>
            <a:ext cx="1701384" cy="913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D1CF2E-7B03-1560-C936-0BAFCC2CCEE5}"/>
              </a:ext>
            </a:extLst>
          </p:cNvPr>
          <p:cNvCxnSpPr/>
          <p:nvPr/>
        </p:nvCxnSpPr>
        <p:spPr>
          <a:xfrm>
            <a:off x="421241" y="4590207"/>
            <a:ext cx="1295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ECDE3C-D46A-4DD3-FE07-F234907611D3}"/>
              </a:ext>
            </a:extLst>
          </p:cNvPr>
          <p:cNvCxnSpPr/>
          <p:nvPr/>
        </p:nvCxnSpPr>
        <p:spPr>
          <a:xfrm>
            <a:off x="372195" y="3858748"/>
            <a:ext cx="1295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16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4460E-21AD-342C-0DBA-813015BC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FAB120-4142-9177-8CD7-54EE50AD4F05}"/>
              </a:ext>
            </a:extLst>
          </p:cNvPr>
          <p:cNvSpPr txBox="1"/>
          <p:nvPr/>
        </p:nvSpPr>
        <p:spPr>
          <a:xfrm>
            <a:off x="4114800" y="182880"/>
            <a:ext cx="397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VLA Geometry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EBA07-9728-3771-216D-EAA9BACF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88" y="723859"/>
            <a:ext cx="4896023" cy="6101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6F30F-2083-B7B5-5DB2-90BE512D9B92}"/>
              </a:ext>
            </a:extLst>
          </p:cNvPr>
          <p:cNvSpPr txBox="1"/>
          <p:nvPr/>
        </p:nvSpPr>
        <p:spPr>
          <a:xfrm>
            <a:off x="8544010" y="921620"/>
            <a:ext cx="3436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of deepest Hydrophone 1:</a:t>
            </a:r>
          </a:p>
          <a:p>
            <a:r>
              <a:rPr lang="en-US" dirty="0"/>
              <a:t>5.5+4+60-1.75=</a:t>
            </a:r>
            <a:r>
              <a:rPr lang="en-US" u="sng" dirty="0"/>
              <a:t>67.75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C2B77-B204-1684-737D-F6C748843A70}"/>
              </a:ext>
            </a:extLst>
          </p:cNvPr>
          <p:cNvSpPr txBox="1"/>
          <p:nvPr/>
        </p:nvSpPr>
        <p:spPr>
          <a:xfrm>
            <a:off x="8544011" y="1761783"/>
            <a:ext cx="3436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Hydrophone Spacing:</a:t>
            </a:r>
          </a:p>
          <a:p>
            <a:r>
              <a:rPr lang="en-US" u="sng" dirty="0"/>
              <a:t>3.75m</a:t>
            </a:r>
          </a:p>
        </p:txBody>
      </p:sp>
    </p:spTree>
    <p:extLst>
      <p:ext uri="{BB962C8B-B14F-4D97-AF65-F5344CB8AC3E}">
        <p14:creationId xmlns:p14="http://schemas.microsoft.com/office/powerpoint/2010/main" val="328439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37</Words>
  <Application>Microsoft Macintosh PowerPoint</Application>
  <PresentationFormat>Widescreen</PresentationFormat>
  <Paragraphs>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Meyer</dc:creator>
  <cp:lastModifiedBy>Florian Meyer</cp:lastModifiedBy>
  <cp:revision>11</cp:revision>
  <dcterms:created xsi:type="dcterms:W3CDTF">2026-07-14T10:17:23Z</dcterms:created>
  <dcterms:modified xsi:type="dcterms:W3CDTF">2026-07-15T09:34:14Z</dcterms:modified>
</cp:coreProperties>
</file>